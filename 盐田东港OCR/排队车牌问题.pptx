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3F1A-9578-4323-A525-4DD7FB0C0ACF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D8278-58DF-4909-88E6-121CFC396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31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3F1A-9578-4323-A525-4DD7FB0C0ACF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D8278-58DF-4909-88E6-121CFC396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636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3F1A-9578-4323-A525-4DD7FB0C0ACF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D8278-58DF-4909-88E6-121CFC396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096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3F1A-9578-4323-A525-4DD7FB0C0ACF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D8278-58DF-4909-88E6-121CFC396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86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3F1A-9578-4323-A525-4DD7FB0C0ACF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D8278-58DF-4909-88E6-121CFC396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789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3F1A-9578-4323-A525-4DD7FB0C0ACF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D8278-58DF-4909-88E6-121CFC396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497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3F1A-9578-4323-A525-4DD7FB0C0ACF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D8278-58DF-4909-88E6-121CFC396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78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3F1A-9578-4323-A525-4DD7FB0C0ACF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D8278-58DF-4909-88E6-121CFC396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608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3F1A-9578-4323-A525-4DD7FB0C0ACF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D8278-58DF-4909-88E6-121CFC396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61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3F1A-9578-4323-A525-4DD7FB0C0ACF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D8278-58DF-4909-88E6-121CFC396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733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73F1A-9578-4323-A525-4DD7FB0C0ACF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D8278-58DF-4909-88E6-121CFC396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287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73F1A-9578-4323-A525-4DD7FB0C0ACF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D8278-58DF-4909-88E6-121CFC396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22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16668" y="3332747"/>
            <a:ext cx="2255921" cy="794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864142" y="3332747"/>
            <a:ext cx="2255921" cy="794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851484" y="3332746"/>
            <a:ext cx="421105" cy="79408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698958" y="3332746"/>
            <a:ext cx="421105" cy="79408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1149017" y="1893799"/>
            <a:ext cx="1203158" cy="559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大车</a:t>
            </a:r>
            <a:r>
              <a:rPr lang="zh-CN" altLang="en-US" sz="1100" dirty="0" smtClean="0"/>
              <a:t>移动方向</a:t>
            </a:r>
            <a:endParaRPr lang="zh-CN" altLang="en-US" sz="1100" dirty="0"/>
          </a:p>
        </p:txBody>
      </p:sp>
      <p:sp>
        <p:nvSpPr>
          <p:cNvPr id="11" name="文本框 10"/>
          <p:cNvSpPr txBox="1"/>
          <p:nvPr/>
        </p:nvSpPr>
        <p:spPr>
          <a:xfrm>
            <a:off x="2851484" y="3406621"/>
            <a:ext cx="328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车头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698958" y="3406621"/>
            <a:ext cx="328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车头</a:t>
            </a:r>
            <a:endParaRPr lang="zh-CN" altLang="en-US" dirty="0"/>
          </a:p>
        </p:txBody>
      </p:sp>
      <p:grpSp>
        <p:nvGrpSpPr>
          <p:cNvPr id="20" name="组合 19"/>
          <p:cNvGrpSpPr/>
          <p:nvPr/>
        </p:nvGrpSpPr>
        <p:grpSpPr>
          <a:xfrm>
            <a:off x="3761873" y="2052039"/>
            <a:ext cx="2460458" cy="401229"/>
            <a:chOff x="920416" y="2719136"/>
            <a:chExt cx="2460458" cy="401229"/>
          </a:xfrm>
        </p:grpSpPr>
        <p:sp>
          <p:nvSpPr>
            <p:cNvPr id="7" name="矩形 6"/>
            <p:cNvSpPr/>
            <p:nvPr/>
          </p:nvSpPr>
          <p:spPr>
            <a:xfrm>
              <a:off x="920416" y="2719136"/>
              <a:ext cx="2460458" cy="4012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857373" y="2735084"/>
              <a:ext cx="682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大车</a:t>
              </a:r>
              <a:endParaRPr lang="zh-CN" altLang="en-US" dirty="0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597191" y="3545120"/>
            <a:ext cx="1094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BNW158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431631" y="3545120"/>
            <a:ext cx="1094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BPY201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445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6</cp:revision>
  <dcterms:created xsi:type="dcterms:W3CDTF">2026-09-01T07:29:20Z</dcterms:created>
  <dcterms:modified xsi:type="dcterms:W3CDTF">2026-09-01T09:46:14Z</dcterms:modified>
</cp:coreProperties>
</file>